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74" r:id="rId4"/>
    <p:sldId id="273" r:id="rId5"/>
    <p:sldId id="275" r:id="rId6"/>
    <p:sldId id="262" r:id="rId7"/>
    <p:sldId id="272" r:id="rId8"/>
    <p:sldId id="263" r:id="rId9"/>
    <p:sldId id="264" r:id="rId10"/>
    <p:sldId id="266" r:id="rId11"/>
    <p:sldId id="271" r:id="rId12"/>
    <p:sldId id="267" r:id="rId13"/>
    <p:sldId id="270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914" y="6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ee.com/qiuzongman/pecia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hyperlink" Target="https://gitee.com/qiuzongman/text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矩形 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椭圆 3"/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grpSp>
        <p:nvGrpSpPr>
          <p:cNvPr id="5" name="组合 17"/>
          <p:cNvGrpSpPr/>
          <p:nvPr/>
        </p:nvGrpSpPr>
        <p:grpSpPr>
          <a:xfrm>
            <a:off x="3555463" y="2126855"/>
            <a:ext cx="5081073" cy="1211564"/>
            <a:chOff x="3490339" y="2126855"/>
            <a:chExt cx="5081073" cy="1211564"/>
          </a:xfrm>
        </p:grpSpPr>
        <p:sp>
          <p:nvSpPr>
            <p:cNvPr id="6" name="文本框 3" descr="{&quot;isTemplate&quot;:true,&quot;type&quot;:&quot;text&quot;}"/>
            <p:cNvSpPr txBox="1"/>
            <p:nvPr/>
          </p:nvSpPr>
          <p:spPr>
            <a:xfrm>
              <a:off x="4685212" y="2126855"/>
              <a:ext cx="3886200" cy="1179331"/>
            </a:xfrm>
            <a:prstGeom prst="rect">
              <a:avLst/>
            </a:prstGeom>
          </p:spPr>
          <p:txBody>
            <a:bodyPr wrap="none" lIns="0" tIns="0" rIns="0" bIns="0" anchor="ctr" anchorCtr="0"/>
            <a:lstStyle/>
            <a:p>
              <a:pPr>
                <a:lnSpc>
                  <a:spcPct val="114999"/>
                </a:lnSpc>
              </a:pPr>
              <a:r>
                <a:rPr lang="en-US" sz="8800" b="1" spc="-150">
                  <a:solidFill>
                    <a:srgbClr val="0F172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Pecia</a:t>
              </a:r>
              <a:r>
                <a:rPr lang="en-US" sz="2800" spc="-150">
                  <a:solidFill>
                    <a:srgbClr val="0F172A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 1.0.0</a:t>
              </a:r>
              <a:endParaRPr sz="360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pic>
          <p:nvPicPr>
            <p:cNvPr id="7" name="图片 13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90339" y="2254652"/>
              <a:ext cx="1083767" cy="1083767"/>
            </a:xfrm>
            <a:prstGeom prst="rect">
              <a:avLst/>
            </a:prstGeom>
          </p:spPr>
        </p:pic>
      </p:grpSp>
      <p:sp>
        <p:nvSpPr>
          <p:cNvPr id="8" name="文本框 16" descr="{&quot;isTemplate&quot;:true,&quot;type&quot;:&quot;text&quot;}"/>
          <p:cNvSpPr txBox="1"/>
          <p:nvPr/>
        </p:nvSpPr>
        <p:spPr>
          <a:xfrm>
            <a:off x="2871202" y="3215138"/>
            <a:ext cx="6449596" cy="1179331"/>
          </a:xfrm>
          <a:prstGeom prst="rect">
            <a:avLst/>
          </a:prstGeom>
        </p:spPr>
        <p:txBody>
          <a:bodyPr wrap="none" lIns="0" tIns="0" rIns="0" bIns="0" anchor="ctr" anchorCtr="0"/>
          <a:lstStyle/>
          <a:p>
            <a:pPr algn="ctr">
              <a:lnSpc>
                <a:spcPct val="114999"/>
              </a:lnSpc>
            </a:pPr>
            <a:r>
              <a:rPr lang="en-US" sz="4000" b="1" spc="-150">
                <a:solidFill>
                  <a:srgbClr val="47556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</a:t>
            </a:r>
            <a:r>
              <a:rPr lang="en-US" altLang="zh-CN" sz="4000" b="1" spc="-150">
                <a:solidFill>
                  <a:srgbClr val="47556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indows</a:t>
            </a:r>
            <a:r>
              <a:rPr lang="zh-CN" altLang="en-US" sz="4000" b="1" spc="-150">
                <a:solidFill>
                  <a:srgbClr val="47556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记事本的替代品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 advTm="3000">
        <p:fade/>
      </p:transition>
    </mc:Choice>
    <mc:Fallback>
      <p:transition spd="slow" advTm="3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矩形 53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椭圆 54"/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矩形 55"/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文本框 13" descr="{&quot;isTemplate&quot;:true,&quot;type&quot;:&quot;text&quot;}"/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定位</a:t>
            </a:r>
            <a:endParaRPr lang="en-US" altLang="zh-CN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开源软件 </a:t>
            </a:r>
            <a:r>
              <a:rPr lang="en-US" altLang="zh-CN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2"/>
              </a:rPr>
              <a:t>gitee.com/qiuzongman/pecia</a:t>
            </a:r>
            <a:endParaRPr lang="en-US" altLang="zh-CN" sz="400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极简记事本</a:t>
            </a:r>
            <a:endParaRPr lang="en-US" altLang="zh-CN" sz="400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替代</a:t>
            </a:r>
            <a:r>
              <a:rPr lang="en-US" altLang="zh-CN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Windows Notepad</a:t>
            </a:r>
            <a:endParaRPr lang="zh-CN" altLang="zh-CN">
              <a:solidFill>
                <a:srgbClr val="3F4A57"/>
              </a:solidFill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专注文本处理，支持</a:t>
            </a:r>
            <a:r>
              <a:rPr lang="en-US" altLang="zh-CN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Lua</a:t>
            </a:r>
            <a:r>
              <a:rPr lang="zh-CN" altLang="en-US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脚本</a:t>
            </a:r>
            <a:endParaRPr lang="en-US" altLang="zh-CN" sz="400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en-US" altLang="zh-CN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对话</a:t>
            </a:r>
            <a:endParaRPr lang="en-US" altLang="zh-CN" sz="400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轻量</a:t>
            </a:r>
            <a:r>
              <a:rPr lang="en-US" altLang="zh-CN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Markdown</a:t>
            </a:r>
            <a:r>
              <a:rPr lang="zh-CN" altLang="en-US" sz="400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预览</a:t>
            </a:r>
            <a:endParaRPr lang="en-US" altLang="zh-CN" sz="4000" spc="-15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 advTm="5000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7EE9B-9A9C-617B-8E02-FA31E17DD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E9F7DCDF-F1C2-18C1-CAFE-D2706764CA37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306128AB-0958-D3FE-9CCB-1E9AF41D15ED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61CA0F76-AA4F-CFC4-7003-A2E814DA5768}"/>
              </a:ext>
            </a:extLst>
          </p:cNvPr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6FC2B0C-CD73-ED8B-BE23-C6A8E9F68E7B}"/>
              </a:ext>
            </a:extLst>
          </p:cNvPr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文本框 13" descr="{&quot;isTemplate&quot;:true,&quot;type&quot;:&quot;text&quot;}">
            <a:extLst>
              <a:ext uri="{FF2B5EF4-FFF2-40B4-BE49-F238E27FC236}">
                <a16:creationId xmlns:a16="http://schemas.microsoft.com/office/drawing/2014/main" id="{578216EF-1377-90EF-FA42-52AED25597D8}"/>
              </a:ext>
            </a:extLst>
          </p:cNvPr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altLang="en-US" sz="4000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小小的，也很可爱</a:t>
            </a:r>
            <a:endParaRPr lang="en-US" altLang="zh-CN" sz="4000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Fun size, fits nice</a:t>
            </a:r>
          </a:p>
        </p:txBody>
      </p:sp>
      <p:pic>
        <p:nvPicPr>
          <p:cNvPr id="58" name="图片 19">
            <a:extLst>
              <a:ext uri="{FF2B5EF4-FFF2-40B4-BE49-F238E27FC236}">
                <a16:creationId xmlns:a16="http://schemas.microsoft.com/office/drawing/2014/main" id="{F99634AB-DCC9-0839-9C1C-EC8C44944A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20" t="4884" r="3971" b="9391"/>
          <a:stretch>
            <a:fillRect/>
          </a:stretch>
        </p:blipFill>
        <p:spPr>
          <a:xfrm>
            <a:off x="6096000" y="2750820"/>
            <a:ext cx="5298002" cy="1698171"/>
          </a:xfrm>
          <a:custGeom>
            <a:avLst/>
            <a:gdLst>
              <a:gd name="csX0" fmla="*/ 0 w 5298002"/>
              <a:gd name="csY0" fmla="*/ 0 h 1698171"/>
              <a:gd name="csX1" fmla="*/ 5298002 w 5298002"/>
              <a:gd name="csY1" fmla="*/ 0 h 1698171"/>
              <a:gd name="csX2" fmla="*/ 5298002 w 5298002"/>
              <a:gd name="csY2" fmla="*/ 1698171 h 1698171"/>
              <a:gd name="csX3" fmla="*/ 0 w 5298002"/>
              <a:gd name="csY3" fmla="*/ 1698171 h 169817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298002" h="1698171">
                <a:moveTo>
                  <a:pt x="0" y="0"/>
                </a:moveTo>
                <a:lnTo>
                  <a:pt x="5298002" y="0"/>
                </a:lnTo>
                <a:lnTo>
                  <a:pt x="5298002" y="1698171"/>
                </a:lnTo>
                <a:lnTo>
                  <a:pt x="0" y="1698171"/>
                </a:lnTo>
                <a:close/>
              </a:path>
            </a:pathLst>
          </a:custGeom>
        </p:spPr>
      </p:pic>
      <p:grpSp>
        <p:nvGrpSpPr>
          <p:cNvPr id="59" name="组合 16">
            <a:extLst>
              <a:ext uri="{FF2B5EF4-FFF2-40B4-BE49-F238E27FC236}">
                <a16:creationId xmlns:a16="http://schemas.microsoft.com/office/drawing/2014/main" id="{11F2062F-496D-C666-12C8-ED16CE3B5003}"/>
              </a:ext>
            </a:extLst>
          </p:cNvPr>
          <p:cNvGrpSpPr/>
          <p:nvPr/>
        </p:nvGrpSpPr>
        <p:grpSpPr>
          <a:xfrm>
            <a:off x="984448" y="2383156"/>
            <a:ext cx="4109465" cy="2685232"/>
            <a:chOff x="984448" y="2383156"/>
            <a:chExt cx="4109465" cy="2685232"/>
          </a:xfrm>
        </p:grpSpPr>
        <p:pic>
          <p:nvPicPr>
            <p:cNvPr id="60" name="图片 15">
              <a:extLst>
                <a:ext uri="{FF2B5EF4-FFF2-40B4-BE49-F238E27FC236}">
                  <a16:creationId xmlns:a16="http://schemas.microsoft.com/office/drawing/2014/main" id="{B8D058B6-4C4C-DB79-14A8-FC761AC5373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008" t="1898" r="19683" b="2783"/>
            <a:stretch>
              <a:fillRect/>
            </a:stretch>
          </p:blipFill>
          <p:spPr>
            <a:xfrm>
              <a:off x="984448" y="2383156"/>
              <a:ext cx="4109465" cy="2623863"/>
            </a:xfrm>
            <a:custGeom>
              <a:avLst/>
              <a:gdLst>
                <a:gd name="csX0" fmla="*/ 0 w 4109465"/>
                <a:gd name="csY0" fmla="*/ 0 h 2623863"/>
                <a:gd name="csX1" fmla="*/ 4109465 w 4109465"/>
                <a:gd name="csY1" fmla="*/ 0 h 2623863"/>
                <a:gd name="csX2" fmla="*/ 4109465 w 4109465"/>
                <a:gd name="csY2" fmla="*/ 2623863 h 2623863"/>
                <a:gd name="csX3" fmla="*/ 0 w 4109465"/>
                <a:gd name="csY3" fmla="*/ 2623863 h 26238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109465" h="2623863">
                  <a:moveTo>
                    <a:pt x="0" y="0"/>
                  </a:moveTo>
                  <a:lnTo>
                    <a:pt x="4109465" y="0"/>
                  </a:lnTo>
                  <a:lnTo>
                    <a:pt x="4109465" y="2623863"/>
                  </a:lnTo>
                  <a:lnTo>
                    <a:pt x="0" y="2623863"/>
                  </a:lnTo>
                  <a:close/>
                </a:path>
              </a:pathLst>
            </a:custGeom>
          </p:spPr>
        </p:pic>
        <p:sp>
          <p:nvSpPr>
            <p:cNvPr id="61" name="矩形 5">
              <a:extLst>
                <a:ext uri="{FF2B5EF4-FFF2-40B4-BE49-F238E27FC236}">
                  <a16:creationId xmlns:a16="http://schemas.microsoft.com/office/drawing/2014/main" id="{19AD362A-AB34-40DC-3221-E612291549DF}"/>
                </a:ext>
              </a:extLst>
            </p:cNvPr>
            <p:cNvSpPr/>
            <p:nvPr/>
          </p:nvSpPr>
          <p:spPr>
            <a:xfrm>
              <a:off x="3522993" y="4433342"/>
              <a:ext cx="1570919" cy="635046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矩形 7">
              <a:extLst>
                <a:ext uri="{FF2B5EF4-FFF2-40B4-BE49-F238E27FC236}">
                  <a16:creationId xmlns:a16="http://schemas.microsoft.com/office/drawing/2014/main" id="{5D7285BE-47AC-16ED-A38E-C5776905BB76}"/>
                </a:ext>
              </a:extLst>
            </p:cNvPr>
            <p:cNvSpPr/>
            <p:nvPr/>
          </p:nvSpPr>
          <p:spPr>
            <a:xfrm>
              <a:off x="3522993" y="4141176"/>
              <a:ext cx="1570919" cy="191338"/>
            </a:xfrm>
            <a:prstGeom prst="rect">
              <a:avLst/>
            </a:prstGeom>
            <a:solidFill>
              <a:srgbClr val="F9F9F9"/>
            </a:solidFill>
            <a:ln w="635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3" name="矩形 9">
            <a:extLst>
              <a:ext uri="{FF2B5EF4-FFF2-40B4-BE49-F238E27FC236}">
                <a16:creationId xmlns:a16="http://schemas.microsoft.com/office/drawing/2014/main" id="{27E90C05-1B2F-DB1D-664B-2E353379FC9A}"/>
              </a:ext>
            </a:extLst>
          </p:cNvPr>
          <p:cNvSpPr/>
          <p:nvPr/>
        </p:nvSpPr>
        <p:spPr>
          <a:xfrm>
            <a:off x="8637365" y="4168139"/>
            <a:ext cx="2756637" cy="235131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968702"/>
      </p:ext>
    </p:extLst>
  </p:cSld>
  <p:clrMapOvr>
    <a:masterClrMapping/>
  </p:clrMapOvr>
  <p:transition spd="slow" advTm="5000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E8DD7-6C43-9270-CB40-375A1BA7C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CEC247E3-DE19-8735-F5E4-C2BA0865128D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D55D0D25-91ED-CDCF-BE79-53149953CD34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70954E9E-8931-ECA4-4773-90D907192173}"/>
              </a:ext>
            </a:extLst>
          </p:cNvPr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9F5BBF9F-33FE-E05C-2F63-2C43F1E8DD0B}"/>
              </a:ext>
            </a:extLst>
          </p:cNvPr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文本框 13" descr="{&quot;isTemplate&quot;:true,&quot;type&quot;:&quot;text&quot;}">
            <a:extLst>
              <a:ext uri="{FF2B5EF4-FFF2-40B4-BE49-F238E27FC236}">
                <a16:creationId xmlns:a16="http://schemas.microsoft.com/office/drawing/2014/main" id="{D2038616-2895-3A0D-57AC-BDF79D22CA92}"/>
              </a:ext>
            </a:extLst>
          </p:cNvPr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文件测试</a:t>
            </a:r>
            <a:endParaRPr lang="en-US" altLang="zh-CN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50/500/1500MB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</a:t>
            </a:r>
            <a:endParaRPr lang="en-US" altLang="zh-CN" sz="4000" spc="-15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运行内存不膨胀</a:t>
            </a:r>
          </a:p>
        </p:txBody>
      </p:sp>
      <p:pic>
        <p:nvPicPr>
          <p:cNvPr id="7" name="图片 45">
            <a:extLst>
              <a:ext uri="{FF2B5EF4-FFF2-40B4-BE49-F238E27FC236}">
                <a16:creationId xmlns:a16="http://schemas.microsoft.com/office/drawing/2014/main" id="{8E6E3C4F-72D7-8637-6AC9-AE93DF389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916753"/>
            <a:ext cx="5278984" cy="3173108"/>
          </a:xfrm>
          <a:prstGeom prst="rect">
            <a:avLst/>
          </a:prstGeom>
        </p:spPr>
      </p:pic>
      <p:pic>
        <p:nvPicPr>
          <p:cNvPr id="9" name="图片 35">
            <a:extLst>
              <a:ext uri="{FF2B5EF4-FFF2-40B4-BE49-F238E27FC236}">
                <a16:creationId xmlns:a16="http://schemas.microsoft.com/office/drawing/2014/main" id="{BA2DD74F-813F-BD6D-0281-9B733EAC04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3" t="24633" r="2586"/>
          <a:stretch>
            <a:fillRect/>
          </a:stretch>
        </p:blipFill>
        <p:spPr>
          <a:xfrm>
            <a:off x="6096000" y="4503307"/>
            <a:ext cx="5006789" cy="1651113"/>
          </a:xfrm>
          <a:custGeom>
            <a:avLst/>
            <a:gdLst>
              <a:gd name="csX0" fmla="*/ 0 w 5006789"/>
              <a:gd name="csY0" fmla="*/ 0 h 1651113"/>
              <a:gd name="csX1" fmla="*/ 5006789 w 5006789"/>
              <a:gd name="csY1" fmla="*/ 0 h 1651113"/>
              <a:gd name="csX2" fmla="*/ 5006789 w 5006789"/>
              <a:gd name="csY2" fmla="*/ 1651113 h 1651113"/>
              <a:gd name="csX3" fmla="*/ 0 w 5006789"/>
              <a:gd name="csY3" fmla="*/ 1651113 h 1651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6789" h="1651113">
                <a:moveTo>
                  <a:pt x="0" y="0"/>
                </a:moveTo>
                <a:lnTo>
                  <a:pt x="5006789" y="0"/>
                </a:lnTo>
                <a:lnTo>
                  <a:pt x="5006789" y="1651113"/>
                </a:lnTo>
                <a:lnTo>
                  <a:pt x="0" y="1651113"/>
                </a:lnTo>
                <a:close/>
              </a:path>
            </a:pathLst>
          </a:custGeom>
        </p:spPr>
      </p:pic>
      <p:pic>
        <p:nvPicPr>
          <p:cNvPr id="11" name="图片 32">
            <a:extLst>
              <a:ext uri="{FF2B5EF4-FFF2-40B4-BE49-F238E27FC236}">
                <a16:creationId xmlns:a16="http://schemas.microsoft.com/office/drawing/2014/main" id="{73099FCB-4AA4-5B84-051F-A37742D256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17" t="24592" r="3317" b="11305"/>
          <a:stretch>
            <a:fillRect/>
          </a:stretch>
        </p:blipFill>
        <p:spPr>
          <a:xfrm>
            <a:off x="6105526" y="2647950"/>
            <a:ext cx="5006789" cy="1587501"/>
          </a:xfrm>
          <a:custGeom>
            <a:avLst/>
            <a:gdLst>
              <a:gd name="csX0" fmla="*/ 0 w 5006789"/>
              <a:gd name="csY0" fmla="*/ 0 h 1587501"/>
              <a:gd name="csX1" fmla="*/ 5006789 w 5006789"/>
              <a:gd name="csY1" fmla="*/ 0 h 1587501"/>
              <a:gd name="csX2" fmla="*/ 5006789 w 5006789"/>
              <a:gd name="csY2" fmla="*/ 1587501 h 1587501"/>
              <a:gd name="csX3" fmla="*/ 0 w 5006789"/>
              <a:gd name="csY3" fmla="*/ 1587501 h 158750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6789" h="1587501">
                <a:moveTo>
                  <a:pt x="0" y="0"/>
                </a:moveTo>
                <a:lnTo>
                  <a:pt x="5006789" y="0"/>
                </a:lnTo>
                <a:lnTo>
                  <a:pt x="5006789" y="1587501"/>
                </a:lnTo>
                <a:lnTo>
                  <a:pt x="0" y="1587501"/>
                </a:lnTo>
                <a:close/>
              </a:path>
            </a:pathLst>
          </a:custGeom>
        </p:spPr>
      </p:pic>
      <p:pic>
        <p:nvPicPr>
          <p:cNvPr id="13" name="图片 28">
            <a:extLst>
              <a:ext uri="{FF2B5EF4-FFF2-40B4-BE49-F238E27FC236}">
                <a16:creationId xmlns:a16="http://schemas.microsoft.com/office/drawing/2014/main" id="{6A5C0160-2BAB-255D-8DD0-01FD13F667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698" t="25282" r="2604"/>
          <a:stretch>
            <a:fillRect/>
          </a:stretch>
        </p:blipFill>
        <p:spPr>
          <a:xfrm>
            <a:off x="6105526" y="690881"/>
            <a:ext cx="5006789" cy="1651113"/>
          </a:xfrm>
          <a:custGeom>
            <a:avLst/>
            <a:gdLst>
              <a:gd name="csX0" fmla="*/ 0 w 5006789"/>
              <a:gd name="csY0" fmla="*/ 0 h 1651113"/>
              <a:gd name="csX1" fmla="*/ 5006789 w 5006789"/>
              <a:gd name="csY1" fmla="*/ 0 h 1651113"/>
              <a:gd name="csX2" fmla="*/ 5006789 w 5006789"/>
              <a:gd name="csY2" fmla="*/ 1651113 h 1651113"/>
              <a:gd name="csX3" fmla="*/ 0 w 5006789"/>
              <a:gd name="csY3" fmla="*/ 1651113 h 16511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006789" h="1651113">
                <a:moveTo>
                  <a:pt x="0" y="0"/>
                </a:moveTo>
                <a:lnTo>
                  <a:pt x="5006789" y="0"/>
                </a:lnTo>
                <a:lnTo>
                  <a:pt x="5006789" y="1651113"/>
                </a:lnTo>
                <a:lnTo>
                  <a:pt x="0" y="1651113"/>
                </a:lnTo>
                <a:close/>
              </a:path>
            </a:pathLst>
          </a:custGeom>
        </p:spPr>
      </p:pic>
      <p:sp>
        <p:nvSpPr>
          <p:cNvPr id="15" name="矩形 37">
            <a:extLst>
              <a:ext uri="{FF2B5EF4-FFF2-40B4-BE49-F238E27FC236}">
                <a16:creationId xmlns:a16="http://schemas.microsoft.com/office/drawing/2014/main" id="{AD86F4B7-8032-D227-12AD-0E09FE5C5B68}"/>
              </a:ext>
            </a:extLst>
          </p:cNvPr>
          <p:cNvSpPr/>
          <p:nvPr/>
        </p:nvSpPr>
        <p:spPr>
          <a:xfrm>
            <a:off x="9057018" y="2062571"/>
            <a:ext cx="682295" cy="27942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39">
            <a:extLst>
              <a:ext uri="{FF2B5EF4-FFF2-40B4-BE49-F238E27FC236}">
                <a16:creationId xmlns:a16="http://schemas.microsoft.com/office/drawing/2014/main" id="{62B369B3-2B84-7B8F-6C58-EBE34A9FFFCC}"/>
              </a:ext>
            </a:extLst>
          </p:cNvPr>
          <p:cNvSpPr/>
          <p:nvPr/>
        </p:nvSpPr>
        <p:spPr>
          <a:xfrm>
            <a:off x="9057017" y="3968739"/>
            <a:ext cx="682295" cy="27942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41">
            <a:extLst>
              <a:ext uri="{FF2B5EF4-FFF2-40B4-BE49-F238E27FC236}">
                <a16:creationId xmlns:a16="http://schemas.microsoft.com/office/drawing/2014/main" id="{A993165D-6378-5411-E42E-3BA836F7F101}"/>
              </a:ext>
            </a:extLst>
          </p:cNvPr>
          <p:cNvSpPr/>
          <p:nvPr/>
        </p:nvSpPr>
        <p:spPr>
          <a:xfrm>
            <a:off x="9057018" y="5878002"/>
            <a:ext cx="682295" cy="279423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1918"/>
      </p:ext>
    </p:extLst>
  </p:cSld>
  <p:clrMapOvr>
    <a:masterClrMapping/>
  </p:clrMapOvr>
  <p:transition spd="slow" advTm="5000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02BC45-09AD-56B6-9619-6D8CC309C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1847406C-CDF6-CC2B-F391-69C08F2C7499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F60B8595-C740-372A-2605-4386717DD1BA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E5CB7051-4750-A88E-12C8-FBA01D1D9A5A}"/>
              </a:ext>
            </a:extLst>
          </p:cNvPr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DF301DD7-F4BA-A1C4-0B5A-786B1D572A71}"/>
              </a:ext>
            </a:extLst>
          </p:cNvPr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7" name="文本框 13" descr="{&quot;isTemplate&quot;:true,&quot;type&quot;:&quot;text&quot;}">
            <a:extLst>
              <a:ext uri="{FF2B5EF4-FFF2-40B4-BE49-F238E27FC236}">
                <a16:creationId xmlns:a16="http://schemas.microsoft.com/office/drawing/2014/main" id="{3B90CDEB-2BF6-DF67-377D-DF1BBC3C4015}"/>
              </a:ext>
            </a:extLst>
          </p:cNvPr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文件测试</a:t>
            </a:r>
            <a:endParaRPr lang="en-US" altLang="zh-CN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Markdown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预览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6FFC248-A342-575E-4C5C-23FAC4677F8C}"/>
              </a:ext>
            </a:extLst>
          </p:cNvPr>
          <p:cNvGrpSpPr/>
          <p:nvPr/>
        </p:nvGrpSpPr>
        <p:grpSpPr>
          <a:xfrm>
            <a:off x="528882" y="1951781"/>
            <a:ext cx="11115186" cy="4173637"/>
            <a:chOff x="419100" y="1951781"/>
            <a:chExt cx="11115186" cy="4173637"/>
          </a:xfrm>
        </p:grpSpPr>
        <p:pic>
          <p:nvPicPr>
            <p:cNvPr id="3" name="图片 7">
              <a:extLst>
                <a:ext uri="{FF2B5EF4-FFF2-40B4-BE49-F238E27FC236}">
                  <a16:creationId xmlns:a16="http://schemas.microsoft.com/office/drawing/2014/main" id="{E45FFD2D-84B3-8DFA-E566-3889A237B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047" t="8000" r="1412" b="775"/>
            <a:stretch>
              <a:fillRect/>
            </a:stretch>
          </p:blipFill>
          <p:spPr>
            <a:xfrm>
              <a:off x="6527497" y="1951781"/>
              <a:ext cx="5006789" cy="1590125"/>
            </a:xfrm>
            <a:custGeom>
              <a:avLst/>
              <a:gdLst>
                <a:gd name="csX0" fmla="*/ 0 w 5006789"/>
                <a:gd name="csY0" fmla="*/ 0 h 1590125"/>
                <a:gd name="csX1" fmla="*/ 5006789 w 5006789"/>
                <a:gd name="csY1" fmla="*/ 0 h 1590125"/>
                <a:gd name="csX2" fmla="*/ 5006789 w 5006789"/>
                <a:gd name="csY2" fmla="*/ 1590125 h 1590125"/>
                <a:gd name="csX3" fmla="*/ 0 w 5006789"/>
                <a:gd name="csY3" fmla="*/ 1590125 h 15901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06789" h="1590125">
                  <a:moveTo>
                    <a:pt x="0" y="0"/>
                  </a:moveTo>
                  <a:lnTo>
                    <a:pt x="5006789" y="0"/>
                  </a:lnTo>
                  <a:lnTo>
                    <a:pt x="5006789" y="1590125"/>
                  </a:lnTo>
                  <a:lnTo>
                    <a:pt x="0" y="1590125"/>
                  </a:lnTo>
                  <a:close/>
                </a:path>
              </a:pathLst>
            </a:custGeom>
          </p:spPr>
        </p:pic>
        <p:sp>
          <p:nvSpPr>
            <p:cNvPr id="4" name="矩形 37">
              <a:extLst>
                <a:ext uri="{FF2B5EF4-FFF2-40B4-BE49-F238E27FC236}">
                  <a16:creationId xmlns:a16="http://schemas.microsoft.com/office/drawing/2014/main" id="{8FF97C2C-80B6-F6E4-FF51-E91D547766A3}"/>
                </a:ext>
              </a:extLst>
            </p:cNvPr>
            <p:cNvSpPr/>
            <p:nvPr/>
          </p:nvSpPr>
          <p:spPr>
            <a:xfrm>
              <a:off x="8877300" y="3262483"/>
              <a:ext cx="1300163" cy="279423"/>
            </a:xfrm>
            <a:prstGeom prst="rect">
              <a:avLst/>
            </a:prstGeom>
            <a:noFill/>
            <a:ln w="635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9">
              <a:extLst>
                <a:ext uri="{FF2B5EF4-FFF2-40B4-BE49-F238E27FC236}">
                  <a16:creationId xmlns:a16="http://schemas.microsoft.com/office/drawing/2014/main" id="{9775ACD6-3AF1-AA6D-69FB-26CBDEAEE9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9100" y="1951781"/>
              <a:ext cx="5993648" cy="4173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29137618"/>
      </p:ext>
    </p:extLst>
  </p:cSld>
  <p:clrMapOvr>
    <a:masterClrMapping/>
  </p:clrMapOvr>
  <p:transition spd="slow" advTm="5000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矩形 95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" name="椭圆 96"/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" name="矩形 97"/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" name="文本框 15" descr="{&quot;isTemplate&quot;:true,&quot;type&quot;:&quot;text&quot;}"/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为何轻量？</a:t>
            </a:r>
            <a:endParaRPr lang="en-US" altLang="zh-CN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UI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FLTK</a:t>
            </a:r>
            <a:endParaRPr lang="zh-CN" altLang="zh-CN">
              <a:solidFill>
                <a:srgbClr val="3F4A57"/>
              </a:solidFill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Markdown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md4c+Ratex+mermaid(Resvg)+litehtml</a:t>
            </a:r>
            <a:endParaRPr lang="zh-CN" altLang="zh-CN">
              <a:solidFill>
                <a:srgbClr val="3F4A57"/>
              </a:solidFill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架构克制</a:t>
            </a:r>
            <a:endParaRPr lang="en-US" altLang="zh-CN" sz="4000" spc="-15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28700" lvl="1" indent="-571500">
              <a:lnSpc>
                <a:spcPct val="114999"/>
              </a:lnSpc>
              <a:buFont typeface="Wingdings" panose="05000000000000000000" pitchFamily="2" charset="2"/>
              <a:buChar char="n"/>
            </a:pP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无代码高亮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/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折叠等代码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IDE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功能</a:t>
            </a:r>
            <a:endParaRPr lang="en-US" altLang="zh-CN" sz="4000" spc="-15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28700" lvl="1" indent="-571500">
              <a:lnSpc>
                <a:spcPct val="114999"/>
              </a:lnSpc>
              <a:buFont typeface="Wingdings" panose="05000000000000000000" pitchFamily="2" charset="2"/>
              <a:buChar char="n"/>
            </a:pP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拒绝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Tauri/Electron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等重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Web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框架</a:t>
            </a:r>
            <a:endParaRPr lang="en-US" altLang="zh-CN" sz="4000" spc="-15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28700" lvl="1" indent="-571500">
              <a:lnSpc>
                <a:spcPct val="114999"/>
              </a:lnSpc>
              <a:buFont typeface="Wingdings" panose="05000000000000000000" pitchFamily="2" charset="2"/>
              <a:buChar char="n"/>
            </a:pP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Markdown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轻预览，缩小图片尺寸，拒绝交互</a:t>
            </a:r>
            <a:endParaRPr lang="en-US" altLang="zh-CN" sz="4000" spc="-150">
              <a:solidFill>
                <a:srgbClr val="3F4A57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1028700" lvl="1" indent="-571500">
              <a:lnSpc>
                <a:spcPct val="114999"/>
              </a:lnSpc>
              <a:buFont typeface="Wingdings" panose="05000000000000000000" pitchFamily="2" charset="2"/>
              <a:buChar char="n"/>
            </a:pP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单平台。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Mac/Linux</a:t>
            </a: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用户？祝他们一切顺利</a:t>
            </a:r>
          </a:p>
          <a:p>
            <a:pPr>
              <a:lnSpc>
                <a:spcPct val="114999"/>
              </a:lnSpc>
            </a:pPr>
            <a:endParaRPr lang="zh-CN" altLang="en-US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 advTm="5000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D1938-C117-0824-BC25-C90382129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 94">
            <a:extLst>
              <a:ext uri="{FF2B5EF4-FFF2-40B4-BE49-F238E27FC236}">
                <a16:creationId xmlns:a16="http://schemas.microsoft.com/office/drawing/2014/main" id="{9382A0C8-6623-34A4-3F0E-CE34EF7DD4C1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5B1595C2-7448-D97C-7ED5-4F7B88434A8F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C25CEC6B-DAE1-C741-9532-D6AB3E829878}"/>
              </a:ext>
            </a:extLst>
          </p:cNvPr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638869E1-B192-1E92-C57B-DD8F25121D82}"/>
              </a:ext>
            </a:extLst>
          </p:cNvPr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9" name="文本框 15" descr="{&quot;isTemplate&quot;:true,&quot;type&quot;:&quot;text&quot;}">
            <a:extLst>
              <a:ext uri="{FF2B5EF4-FFF2-40B4-BE49-F238E27FC236}">
                <a16:creationId xmlns:a16="http://schemas.microsoft.com/office/drawing/2014/main" id="{2BA99FC3-6FB4-A08B-2211-91ADB652D881}"/>
              </a:ext>
            </a:extLst>
          </p:cNvPr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en-US" altLang="zh-CN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UI</a:t>
            </a: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：菜单栏与脚本栏</a:t>
            </a:r>
          </a:p>
        </p:txBody>
      </p:sp>
      <p:pic>
        <p:nvPicPr>
          <p:cNvPr id="100" name="图片 19">
            <a:extLst>
              <a:ext uri="{FF2B5EF4-FFF2-40B4-BE49-F238E27FC236}">
                <a16:creationId xmlns:a16="http://schemas.microsoft.com/office/drawing/2014/main" id="{511A0E5A-8371-A4FC-2C77-E66A67DE1C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0" y="1490662"/>
            <a:ext cx="5715000" cy="4467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803716"/>
      </p:ext>
    </p:extLst>
  </p:cSld>
  <p:clrMapOvr>
    <a:masterClrMapping/>
  </p:clrMapOvr>
  <p:transition spd="slow" advTm="30000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矩形 10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3" name="矩形 10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4" name="椭圆 103"/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5" name="矩形 104"/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6" name="文本框 15" descr="{&quot;isTemplate&quot;:true,&quot;type&quot;:&quot;text&quot;}"/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en-US" altLang="zh-CN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UI</a:t>
            </a: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：多标签页与极简状态</a:t>
            </a:r>
          </a:p>
        </p:txBody>
      </p:sp>
      <p:grpSp>
        <p:nvGrpSpPr>
          <p:cNvPr id="107" name="组合 3"/>
          <p:cNvGrpSpPr/>
          <p:nvPr/>
        </p:nvGrpSpPr>
        <p:grpSpPr>
          <a:xfrm>
            <a:off x="1226033" y="1536500"/>
            <a:ext cx="9739934" cy="4421387"/>
            <a:chOff x="1226033" y="1536500"/>
            <a:chExt cx="9739934" cy="4421387"/>
          </a:xfrm>
        </p:grpSpPr>
        <p:pic>
          <p:nvPicPr>
            <p:cNvPr id="108" name="图片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64167" y="1536500"/>
              <a:ext cx="3401800" cy="4421387"/>
            </a:xfrm>
            <a:prstGeom prst="rect">
              <a:avLst/>
            </a:prstGeom>
          </p:spPr>
        </p:pic>
        <p:pic>
          <p:nvPicPr>
            <p:cNvPr id="109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6033" y="1536500"/>
              <a:ext cx="5421917" cy="4211752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Tm="5000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矩形 110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" name="矩形 111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3" name="椭圆 112"/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" name="矩形 113"/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" name="文本框 15" descr="{&quot;isTemplate&quot;:true,&quot;type&quot;:&quot;text&quot;}"/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选项与快捷键设置</a:t>
            </a:r>
          </a:p>
        </p:txBody>
      </p:sp>
      <p:grpSp>
        <p:nvGrpSpPr>
          <p:cNvPr id="116" name="组合 7"/>
          <p:cNvGrpSpPr/>
          <p:nvPr/>
        </p:nvGrpSpPr>
        <p:grpSpPr>
          <a:xfrm>
            <a:off x="1347918" y="1314449"/>
            <a:ext cx="9496164" cy="5097024"/>
            <a:chOff x="1188776" y="1314449"/>
            <a:chExt cx="9496164" cy="5097024"/>
          </a:xfrm>
        </p:grpSpPr>
        <p:pic>
          <p:nvPicPr>
            <p:cNvPr id="117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88776" y="1314449"/>
              <a:ext cx="4104985" cy="5097023"/>
            </a:xfrm>
            <a:prstGeom prst="rect">
              <a:avLst/>
            </a:prstGeom>
          </p:spPr>
        </p:pic>
        <p:pic>
          <p:nvPicPr>
            <p:cNvPr id="118" name="图片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37873" y="1417075"/>
              <a:ext cx="4447067" cy="4994398"/>
            </a:xfrm>
            <a:prstGeom prst="rect">
              <a:avLst/>
            </a:prstGeom>
          </p:spPr>
        </p:pic>
      </p:grpSp>
    </p:spTree>
  </p:cSld>
  <p:clrMapOvr>
    <a:masterClrMapping/>
  </p:clrMapOvr>
  <p:transition spd="slow" advTm="5000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矩形 18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椭圆 19"/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矩形 20"/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文本框 15" descr="{&quot;isTemplate&quot;:true,&quot;type&quot;:&quot;text&quot;}"/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en-US" altLang="zh-CN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对话</a:t>
            </a:r>
            <a:endParaRPr lang="en-US" altLang="zh-CN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推荐免费的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glm4f</a:t>
            </a:r>
          </a:p>
          <a:p>
            <a:pPr>
              <a:lnSpc>
                <a:spcPct val="114999"/>
              </a:lnSpc>
            </a:pPr>
            <a:endParaRPr lang="zh-CN" altLang="en-US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" name="图片 14">
            <a:extLst>
              <a:ext uri="{FF2B5EF4-FFF2-40B4-BE49-F238E27FC236}">
                <a16:creationId xmlns:a16="http://schemas.microsoft.com/office/drawing/2014/main" id="{724A8387-9FA4-1B3D-B68A-9F08FAE5E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716" y="970554"/>
            <a:ext cx="6155638" cy="4916887"/>
          </a:xfrm>
          <a:prstGeom prst="rect">
            <a:avLst/>
          </a:prstGeom>
        </p:spPr>
      </p:pic>
      <p:pic>
        <p:nvPicPr>
          <p:cNvPr id="5" name="图片 2">
            <a:extLst>
              <a:ext uri="{FF2B5EF4-FFF2-40B4-BE49-F238E27FC236}">
                <a16:creationId xmlns:a16="http://schemas.microsoft.com/office/drawing/2014/main" id="{E0B11308-E7DD-E0AE-EB6C-EAA1535C2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45" y="2590461"/>
            <a:ext cx="4326099" cy="1677078"/>
          </a:xfrm>
          <a:prstGeom prst="rect">
            <a:avLst/>
          </a:prstGeom>
        </p:spPr>
      </p:pic>
    </p:spTree>
  </p:cSld>
  <p:clrMapOvr>
    <a:masterClrMapping/>
  </p:clrMapOvr>
  <p:transition spd="slow" advTm="5000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5739CF-DA5A-22B2-8177-D83633FB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234B34E-CCB0-D2FF-0C5B-A397A30DEB85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47835D3-CE8A-4E15-F199-AEDFC3BE20D5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B5D6F99-E55F-DAC0-DE6D-862436DC7950}"/>
              </a:ext>
            </a:extLst>
          </p:cNvPr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5DE01EE-E51A-6CC6-F3A2-43AFE1AA4321}"/>
              </a:ext>
            </a:extLst>
          </p:cNvPr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文本框 15" descr="{&quot;isTemplate&quot;:true,&quot;type&quot;:&quot;text&quot;}">
            <a:extLst>
              <a:ext uri="{FF2B5EF4-FFF2-40B4-BE49-F238E27FC236}">
                <a16:creationId xmlns:a16="http://schemas.microsoft.com/office/drawing/2014/main" id="{17D1CCA5-B663-E7B2-4981-2AA1CD3E9D27}"/>
              </a:ext>
            </a:extLst>
          </p:cNvPr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en-US" altLang="zh-CN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AI</a:t>
            </a: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对话</a:t>
            </a:r>
          </a:p>
        </p:txBody>
      </p:sp>
      <p:pic>
        <p:nvPicPr>
          <p:cNvPr id="23" name="图片 12">
            <a:extLst>
              <a:ext uri="{FF2B5EF4-FFF2-40B4-BE49-F238E27FC236}">
                <a16:creationId xmlns:a16="http://schemas.microsoft.com/office/drawing/2014/main" id="{C88E80A2-86F6-9140-379D-DE2E4C882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710" y="841917"/>
            <a:ext cx="6136580" cy="5174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5432682"/>
      </p:ext>
    </p:extLst>
  </p:cSld>
  <p:clrMapOvr>
    <a:masterClrMapping/>
  </p:clrMapOvr>
  <p:transition spd="slow" advTm="5000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6" name="矩形 25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7" name="椭圆 26"/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矩形 27"/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文本框 15" descr="{&quot;isTemplate&quot;:true,&quot;type&quot;:&quot;text&quot;}"/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en-US" altLang="zh-CN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Lua</a:t>
            </a: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控制台：可直接测试脚本</a:t>
            </a:r>
          </a:p>
        </p:txBody>
      </p:sp>
      <p:pic>
        <p:nvPicPr>
          <p:cNvPr id="30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687" y="1652587"/>
            <a:ext cx="11096625" cy="3552825"/>
          </a:xfrm>
          <a:prstGeom prst="rect">
            <a:avLst/>
          </a:prstGeom>
        </p:spPr>
      </p:pic>
    </p:spTree>
  </p:cSld>
  <p:clrMapOvr>
    <a:masterClrMapping/>
  </p:clrMapOvr>
  <p:transition spd="slow" advTm="6000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FDDF5-D9D1-3ADF-78B2-2FB1B2CAC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59A1CBD8-675D-934C-7C9F-56A1AB468273}"/>
              </a:ext>
            </a:extLst>
          </p:cNvPr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A5B166A-3B74-1513-FDE6-DCF45AC01DA4}"/>
              </a:ext>
            </a:extLst>
          </p:cNvPr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D8A858B2-3428-45F1-C717-1A5FE3D6688E}"/>
              </a:ext>
            </a:extLst>
          </p:cNvPr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8DEC9CB-0A87-ECE1-6FC7-FE30E8E51BCD}"/>
              </a:ext>
            </a:extLst>
          </p:cNvPr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文本框 15" descr="{&quot;isTemplate&quot;:true,&quot;type&quot;:&quot;text&quot;}">
            <a:extLst>
              <a:ext uri="{FF2B5EF4-FFF2-40B4-BE49-F238E27FC236}">
                <a16:creationId xmlns:a16="http://schemas.microsoft.com/office/drawing/2014/main" id="{E762CF15-C22B-F3C6-1917-26713D1781D2}"/>
              </a:ext>
            </a:extLst>
          </p:cNvPr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en-US" altLang="zh-CN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Lua</a:t>
            </a: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脚本：选中文本后执行</a:t>
            </a:r>
            <a:endParaRPr lang="en-US" altLang="zh-CN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571500" indent="-571500">
              <a:lnSpc>
                <a:spcPct val="114999"/>
              </a:lnSpc>
              <a:buFont typeface="Wingdings" panose="05000000000000000000" pitchFamily="2" charset="2"/>
              <a:buChar char="l"/>
            </a:pPr>
            <a:r>
              <a:rPr lang="zh-CN" altLang="en-US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提供独立项目：</a:t>
            </a:r>
            <a:r>
              <a:rPr lang="en-US" altLang="zh-CN" sz="4000" spc="-150">
                <a:solidFill>
                  <a:srgbClr val="3F4A57"/>
                </a:solidFill>
                <a:latin typeface="黑体" panose="02010609060101010101" pitchFamily="49" charset="-122"/>
                <a:ea typeface="黑体" panose="02010609060101010101" pitchFamily="49" charset="-122"/>
                <a:hlinkClick r:id="rId2"/>
              </a:rPr>
              <a:t>gitee.com/qiuzongman/textus</a:t>
            </a:r>
          </a:p>
          <a:p>
            <a:pPr>
              <a:lnSpc>
                <a:spcPct val="114999"/>
              </a:lnSpc>
            </a:pPr>
            <a:endParaRPr lang="zh-CN" altLang="en-US" sz="4000" b="1" spc="-150">
              <a:solidFill>
                <a:srgbClr val="0F172A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7D904D1-1E92-FCF6-6ACB-5EEC898187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18" y="1837236"/>
            <a:ext cx="8277225" cy="4019550"/>
          </a:xfrm>
          <a:prstGeom prst="rect">
            <a:avLst/>
          </a:prstGeom>
        </p:spPr>
      </p:pic>
      <p:pic>
        <p:nvPicPr>
          <p:cNvPr id="6" name="图片 2">
            <a:extLst>
              <a:ext uri="{FF2B5EF4-FFF2-40B4-BE49-F238E27FC236}">
                <a16:creationId xmlns:a16="http://schemas.microsoft.com/office/drawing/2014/main" id="{26203DCB-46C1-406F-C994-22F999053C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6392" y="2475411"/>
            <a:ext cx="4210050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647558"/>
      </p:ext>
    </p:extLst>
  </p:cSld>
  <p:clrMapOvr>
    <a:masterClrMapping/>
  </p:clrMapOvr>
  <p:transition spd="slow" advTm="25000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3" name="矩形 32"/>
          <p:cNvSpPr/>
          <p:nvPr/>
        </p:nvSpPr>
        <p:spPr>
          <a:xfrm>
            <a:off x="0" y="6794500"/>
            <a:ext cx="12192000" cy="635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椭圆 33"/>
          <p:cNvSpPr/>
          <p:nvPr/>
        </p:nvSpPr>
        <p:spPr>
          <a:xfrm>
            <a:off x="10058400" y="5105400"/>
            <a:ext cx="3810000" cy="3810000"/>
          </a:xfrm>
          <a:prstGeom prst="ellipse">
            <a:avLst/>
          </a:prstGeom>
          <a:solidFill>
            <a:srgbClr val="C6E7D8">
              <a:alpha val="65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矩形 34"/>
          <p:cNvSpPr/>
          <p:nvPr/>
        </p:nvSpPr>
        <p:spPr>
          <a:xfrm>
            <a:off x="228600" y="457200"/>
            <a:ext cx="63500" cy="533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6" name="文本框 15" descr="{&quot;isTemplate&quot;:true,&quot;type&quot;:&quot;text&quot;}"/>
          <p:cNvSpPr txBox="1"/>
          <p:nvPr/>
        </p:nvSpPr>
        <p:spPr>
          <a:xfrm>
            <a:off x="419100" y="375693"/>
            <a:ext cx="11353800" cy="6106613"/>
          </a:xfrm>
          <a:prstGeom prst="rect">
            <a:avLst/>
          </a:prstGeom>
        </p:spPr>
        <p:txBody>
          <a:bodyPr wrap="none" lIns="0" tIns="0" rIns="0" bIns="0"/>
          <a:lstStyle/>
          <a:p>
            <a:pPr>
              <a:lnSpc>
                <a:spcPct val="114999"/>
              </a:lnSpc>
            </a:pPr>
            <a:r>
              <a:rPr lang="en-US" altLang="zh-CN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Markdown</a:t>
            </a: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预览（</a:t>
            </a:r>
            <a:r>
              <a:rPr lang="en-US" altLang="zh-CN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GIF</a:t>
            </a:r>
            <a:r>
              <a:rPr lang="zh-CN" altLang="en-US" sz="4000" b="1" spc="-150">
                <a:solidFill>
                  <a:srgbClr val="0F172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画质较差，以实际效果为准）</a:t>
            </a:r>
          </a:p>
        </p:txBody>
      </p:sp>
      <p:pic>
        <p:nvPicPr>
          <p:cNvPr id="37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109662"/>
            <a:ext cx="10496550" cy="5248275"/>
          </a:xfrm>
          <a:prstGeom prst="rect">
            <a:avLst/>
          </a:prstGeom>
        </p:spPr>
      </p:pic>
    </p:spTree>
  </p:cSld>
  <p:clrMapOvr>
    <a:masterClrMapping/>
  </p:clrMapOvr>
  <p:transition spd="slow" advTm="60000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261</Words>
  <Application>Microsoft Office PowerPoint</Application>
  <PresentationFormat>宽屏</PresentationFormat>
  <Paragraphs>34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黑体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Copyright © 2026 邱宗满</cp:lastModifiedBy>
  <cp:revision>15</cp:revision>
  <dcterms:created xsi:type="dcterms:W3CDTF">2026-09-12T23:29:42Z</dcterms:created>
  <dcterms:modified xsi:type="dcterms:W3CDTF">2026-09-12T17:07:23Z</dcterms:modified>
</cp:coreProperties>
</file>